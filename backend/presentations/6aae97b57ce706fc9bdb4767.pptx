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Software Development: Transforming How We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shift from manual syntax implementation to intent-driven architectural design</a:t>
            </a:r>
          </a:p>
          <a:p>
            <a:r>
              <a:t>Accelerated adoption powered by advanced large language models and specialized code intelligence</a:t>
            </a:r>
          </a:p>
          <a:p>
            <a:r>
              <a:t>Fundamental transformation of software engineering economics, throughput, and developer flow</a:t>
            </a:r>
          </a:p>
          <a:p>
            <a:r>
              <a:t>Essential imperative for engineering organizations aiming to sustain competitive delivery velocity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Evolution and Current Landscape of AI 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Progression from static rule-based analysis to context-aware generative AI assistants</a:t>
            </a:r>
          </a:p>
          <a:p>
            <a:r>
              <a:t>Deep integration across modern IDEs, CI/CD pipelines, and enterprise developer ecosystems</a:t>
            </a:r>
          </a:p>
          <a:p>
            <a:r>
              <a:t>Emergence of fine-tuned domain models optimized for enterprise security and proprietary codebases</a:t>
            </a:r>
          </a:p>
          <a:p>
            <a:r>
              <a:t>Rapid transition of AI assistants from experimental extensions to core production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Use Cases: Code Autocomplete, Generation, and Refactoring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Contextual real-time inline completion mitigating cognitive fatigue and context switching</a:t>
            </a:r>
          </a:p>
          <a:p>
            <a:r>
              <a:t>Rapid boilerplate generation and natural-language synthesis for accelerated prototyping</a:t>
            </a:r>
          </a:p>
          <a:p>
            <a:r>
              <a:t>Automated refactoring to systematically eliminate technical debt and enforce design patterns</a:t>
            </a:r>
          </a:p>
          <a:p>
            <a:r>
              <a:t>Cross-language code translation facilitating legacy system modernization and framework adoption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Enhancing Quality: AI in Testing, Debugging, and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unit and integration test suite generation targeting complex edge cases</a:t>
            </a:r>
          </a:p>
          <a:p>
            <a:r>
              <a:t>Accelerated root-cause analysis and automated runtime error explanation during debugging</a:t>
            </a:r>
          </a:p>
          <a:p>
            <a:r>
              <a:t>Dynamic, real-time code documentation maintenance aligned with evolving codebases</a:t>
            </a:r>
          </a:p>
          <a:p>
            <a:r>
              <a:t>Proactive static analysis identifying logic flaws and security vulnerabilities pre-commit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Productivity Gains: Velocity, Focus, and Reducing Repetitive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Measurable reduction in task completion cycle times across routine engineering workflows</a:t>
            </a:r>
          </a:p>
          <a:p>
            <a:r>
              <a:t>Sustained developer focus achieved through automated handling of mechanical operations</a:t>
            </a:r>
          </a:p>
          <a:p>
            <a:r>
              <a:t>Scalable enterprise output expansion independent of linear engineering headcount growth</a:t>
            </a:r>
          </a:p>
          <a:p>
            <a:r>
              <a:t>Reallocation of senior engineering capacity toward core architecture and high-value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Challenges: Security, Code Reliability, and Intellectual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Mitigation risks associated with model hallucinations, logic bugs, and insecure code recommendations</a:t>
            </a:r>
          </a:p>
          <a:p>
            <a:r>
              <a:t>Data privacy governance and preventing unauthorized exposure of enterprise codebases</a:t>
            </a:r>
          </a:p>
          <a:p>
            <a:r>
              <a:t>Intellectual property ambiguities concerning model training sources and generated code ownership</a:t>
            </a:r>
          </a:p>
          <a:p>
            <a:r>
              <a:t>Over-reliance vulnerabilities leading to critical peer-review gaps and skill atrophy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Integration: AI Guidelines for Our Team's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Establishing explicit organizational governance on permissible AI tools and data handling</a:t>
            </a:r>
          </a:p>
          <a:p>
            <a:r>
              <a:t>Mandating rigorous human-in-the-loop validation and peer review for AI-generated code</a:t>
            </a:r>
          </a:p>
          <a:p>
            <a:r>
              <a:t>Integrating automated vulnerability scanning tailored specifically for AI-assisted outputs</a:t>
            </a:r>
          </a:p>
          <a:p>
            <a:r>
              <a:t>Continuous skill development around advanced prompt engineering and critical code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Evolving Role of the Engineer: Augmentation vs.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Elevation of engineers from line-by-line authors to system architects and quality gatekeepers</a:t>
            </a:r>
          </a:p>
          <a:p>
            <a:r>
              <a:t>Augmentation of cognitive bandwidth prioritizing strategic problem-solving over implementation</a:t>
            </a:r>
          </a:p>
          <a:p>
            <a:r>
              <a:t>Heightened premium on business domain expertise, system design, and technical oversight</a:t>
            </a:r>
          </a:p>
          <a:p>
            <a:r>
              <a:t>Evolution of engineering leadership to manage blended human and AI-driven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Outlook: Emerging Trends in AI-Driven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Rise of autonomous multi-agent systems capable of executing complex end-to-end features</a:t>
            </a:r>
          </a:p>
          <a:p>
            <a:r>
              <a:t>Hyper-personalized enterprise AI models continuously trained on internal architecture standards</a:t>
            </a:r>
          </a:p>
          <a:p>
            <a:r>
              <a:t>Self-healing runtime systems with real-time automated bug resolution and patch deployment</a:t>
            </a:r>
          </a:p>
          <a:p>
            <a:r>
              <a:t>Ubiquitous natural language interfaces orchestrating the entire software delivery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Discussion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Alignment on priority pilot programs and high-impact deployment targets for our teams</a:t>
            </a:r>
          </a:p>
          <a:p>
            <a:r>
              <a:t>Establishing key performance indicators to measure AI tool ROI and engineering throughput</a:t>
            </a:r>
          </a:p>
          <a:p>
            <a:r>
              <a:t>Addressing operational feedback, security inquiries, and team training requirements</a:t>
            </a:r>
          </a:p>
          <a:p>
            <a:r>
              <a:t>Defining actionable next steps for enterprise rollout and governance framework enforcement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